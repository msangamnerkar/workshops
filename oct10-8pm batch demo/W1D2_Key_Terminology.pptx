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2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58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60180" y="-2103120"/>
            <a:ext cx="5486400" cy="54864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4023360"/>
            <a:ext cx="3291840" cy="3291840"/>
          </a:xfrm>
          <a:prstGeom prst="ellipse">
            <a:avLst/>
          </a:prstGeom>
          <a:solidFill>
            <a:srgbClr val="FCEA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 ·  DAY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</a:t>
            </a:r>
            <a:r>
              <a:rPr lang="en-US" sz="44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41248" y="3703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you'll use every single day — each with a simple analogy.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5257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·  Gen AI Testing for Manual Testers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960120"/>
            <a:ext cx="777240" cy="7772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068934"/>
            <a:ext cx="559613" cy="55961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D53CB912-236C-4225-A978-65F4029D1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2139696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60" y="2231868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103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words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 window, temperature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601968" y="2139696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140" y="2231868"/>
            <a:ext cx="474025" cy="4740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9792" y="2103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'remembers'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vectors of meaning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932688" y="4151376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60" y="4243548"/>
            <a:ext cx="474025" cy="474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10512" y="4114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words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Hallucination, grounding, guardrails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309360" y="384048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6601968" y="4151376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140" y="4243548"/>
            <a:ext cx="474025" cy="474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79792" y="4114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words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tokens = money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81169628-4EDC-4BA6-8F0E-D6F22DC79C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WORD #1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— the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LEGO bricks</a:t>
            </a: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3977640"/>
          </a:xfrm>
          <a:prstGeom prst="roundRect">
            <a:avLst>
              <a:gd name="adj" fmla="val 252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9529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 token?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4805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don't read words — they read </a:t>
            </a:r>
            <a:r>
              <a:rPr lang="en-US" sz="1600" b="1" dirty="0">
                <a:solidFill>
                  <a:srgbClr val="ED3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small chunks of text.
</a:t>
            </a:r>
            <a:endParaRPr lang="en-US" sz="1600" dirty="0"/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roughly ¾ of a word.
</a:t>
            </a:r>
            <a:endParaRPr lang="en-US" sz="1600" dirty="0"/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D3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testers care: </a:t>
            </a: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decide cost and the size limit of what fits in one request.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52160" y="1828800"/>
            <a:ext cx="5669280" cy="3977640"/>
          </a:xfrm>
          <a:prstGeom prst="roundRect">
            <a:avLst>
              <a:gd name="adj" fmla="val 252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126480" y="19933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work</a:t>
            </a:r>
            <a:endParaRPr lang="en-US" sz="1800" dirty="0"/>
          </a:p>
        </p:txBody>
      </p:sp>
      <p:pic>
        <p:nvPicPr>
          <p:cNvPr id="11" name="Image 1" descr="/home/claude/day2_tokens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651760"/>
            <a:ext cx="5120640" cy="21717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49331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— plays in slideshow mode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4F2640EE-482A-42BD-B402-8018CD837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WORD #2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— the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603504" cy="603504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216932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is how much text the model can 'see' at once — its short-term memory.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whiteboard of fixed size.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011" y="2169323"/>
            <a:ext cx="434523" cy="434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wrong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whiteboard is full, older notes get wiped to make room.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b="1" dirty="0">
                <a:solidFill>
                  <a:srgbClr val="ED3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it: </a:t>
            </a: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long chats the model may 'forget' earlier facts.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846E6DC3-169B-45D0-91A6-4C1745642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WORD #3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— the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 dial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603504" cy="603504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216932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temperature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focused, repeatable.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facts — and for our regression tests (set it to 0).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011" y="2169323"/>
            <a:ext cx="434523" cy="434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temperature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varied, surprising.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brainstorming — but flakier, so answers vary more.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23BAA712-F3A4-4C2A-8D9E-2BB516BF8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WORD #4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—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for meaning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603504" cy="603504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216932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turns text into numbers (a 'vector') that capture its meaning.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giving every sentence GPS coordinates.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011" y="2169323"/>
            <a:ext cx="434523" cy="434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meanings sit close together on the map.
</a:t>
            </a:r>
            <a:endParaRPr lang="en-US" sz="1650" dirty="0"/>
          </a:p>
          <a:p>
            <a:pPr marL="0" indent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search and RAG 'find' the right information later.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52F57352-E00C-4972-A312-E749D97B4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OF THE GLOSSARY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more words you'll hear daily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96112" y="2514600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42" y="2596530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but made-up / false answer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553712" y="2514600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642" y="2596530"/>
            <a:ext cx="421356" cy="4213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using real, provided sources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211312" y="2514600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242" y="2596530"/>
            <a:ext cx="421356" cy="4213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113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rule that blocks bad output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96112" y="4416552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42" y="4498482"/>
            <a:ext cx="421356" cy="4213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276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61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answer takes to come back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553712" y="4416552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642" y="4498482"/>
            <a:ext cx="421356" cy="4213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cost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 = more money per request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9552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211312" y="4416552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242" y="4498482"/>
            <a:ext cx="421356" cy="4213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28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vs user prompt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113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rules vs the user's actual question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28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BF4FE688-823A-44D4-B3E7-76E3930AB5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now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045330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tokens, context window and temperature in plain words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2916936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996306"/>
            <a:ext cx="408188" cy="408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71216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embeddings do and why they matter for search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731520" y="3867912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3947282"/>
            <a:ext cx="408188" cy="4081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8221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hallucination, grounding and guardrails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731520" y="4818888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4898258"/>
            <a:ext cx="408188" cy="4081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77316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tokens relate to cost and request limits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2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AF56CB70-2922-48A1-BAD7-4524B43CC66D}"/>
              </a:ext>
            </a:extLst>
          </p:cNvPr>
          <p:cNvSpPr/>
          <p:nvPr/>
        </p:nvSpPr>
        <p:spPr>
          <a:xfrm>
            <a:off x="9513570" y="-1645920"/>
            <a:ext cx="4572000" cy="45720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04CAAC88-8DBA-42DF-B397-A88684957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07040" y="640080"/>
            <a:ext cx="804672" cy="804672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694" y="752734"/>
            <a:ext cx="579364" cy="5793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87452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5920" y="1874520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how much of a word is one token?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68680" y="2898648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645920" y="2898648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repeatable regression tests, set temperature to... low or high?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3922776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68680" y="3922776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645920" y="3922776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context window limit?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40080" y="4946904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68680" y="4946904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645920" y="4946904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word describes a confident but made-up answer?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5035A6B3-59F4-4008-BEDC-8DEDEA087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5669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8745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12848" y="1874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three-quarters (¾) of a word.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916936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868680" y="3099816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317662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17904" y="291693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212848" y="2916936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(set it to 0) — so output is consistent and repeatable.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40080" y="3959352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68680" y="4142232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4219042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17904" y="395935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A3.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212848" y="395935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text the model can 'see' at once (its short-term memory).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640080" y="5001768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68680" y="5184648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5261458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7904" y="5001768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A4.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2212848" y="50017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Hallucination.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FBC88F97-808F-4124-8137-5ED588D92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30-minute lab +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4023360"/>
          </a:xfrm>
          <a:prstGeom prst="roundRect">
            <a:avLst>
              <a:gd name="adj" fmla="val 2500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9529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214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mini-lab (30 min)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6263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tokenizer playground (e.g. an online token counter).</a:t>
            </a:r>
            <a:endParaRPr lang="en-US" sz="1550" dirty="0"/>
          </a:p>
          <a:p>
            <a:pPr marL="342900" indent="-3429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5 sentences and note the token count of each.</a:t>
            </a:r>
            <a:endParaRPr lang="en-US" sz="1550" dirty="0"/>
          </a:p>
          <a:p>
            <a:pPr marL="342900" indent="-3429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long paragraph — see how the count grows.</a:t>
            </a:r>
            <a:endParaRPr lang="en-US" sz="1550" dirty="0"/>
          </a:p>
          <a:p>
            <a:pPr marL="342900" indent="-3429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lines: how would token count affect cost &amp; limits?</a:t>
            </a:r>
            <a:endParaRPr lang="en-US" sz="1550" dirty="0"/>
          </a:p>
          <a:p>
            <a:pPr marL="342900" indent="-342900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notes in your GitHub: week1/day2-notes.md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635240" y="1828800"/>
            <a:ext cx="3886200" cy="4023360"/>
          </a:xfrm>
          <a:prstGeom prst="roundRect">
            <a:avLst>
              <a:gd name="adj" fmla="val 258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955280" y="2103120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452" y="2195292"/>
            <a:ext cx="474025" cy="474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96528" y="21214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955280" y="301752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Why Traditional QA Breaks
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and the 'oracle problem': why the same question gives different answers, and what we check instead.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8858681-48B8-486D-B340-ED2F639F5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797</Words>
  <Application>Microsoft Office PowerPoint</Application>
  <PresentationFormat>Widescreen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Quality Thought</dc:creator>
  <cp:lastModifiedBy>Ramprasad Vallabhadas</cp:lastModifiedBy>
  <cp:revision>3</cp:revision>
  <dcterms:created xsi:type="dcterms:W3CDTF">2026-06-15T09:15:48Z</dcterms:created>
  <dcterms:modified xsi:type="dcterms:W3CDTF">2026-10-26T15:59:44Z</dcterms:modified>
</cp:coreProperties>
</file>